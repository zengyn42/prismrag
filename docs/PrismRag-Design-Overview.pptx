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601200" y="1371600"/>
            <a:ext cx="1280160" cy="914400"/>
          </a:xfrm>
          <a:prstGeom prst="rtTriangle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900000">
            <a:off x="10241280" y="2377440"/>
            <a:ext cx="1280160" cy="914400"/>
          </a:xfrm>
          <a:prstGeom prst="rtTriangle">
            <a:avLst/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00000">
            <a:off x="9784080" y="3474720"/>
            <a:ext cx="1280160" cy="914400"/>
          </a:xfrm>
          <a:prstGeom prst="rtTriangle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2700000">
            <a:off x="10515600" y="4480560"/>
            <a:ext cx="1280160" cy="914400"/>
          </a:xfrm>
          <a:prstGeom prst="rtTriangle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5EC5E8"/>
                </a:solidFill>
                <a:latin typeface="Calibri"/>
              </a:rPr>
              <a:t>PrismRag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A Graph-First RAG for Obsidian Vaults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8BE"/>
                </a:solidFill>
                <a:latin typeface="Calibri"/>
              </a:rPr>
              <a:t>v4.0 Design Overview — 5-pass index pipeline · zero vector search at query time · federated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12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EC5E8"/>
                </a:solidFill>
                <a:latin typeface="Calibri"/>
              </a:rPr>
              <a:t>Foundation / ZenithLoom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alibri"/>
              </a:rPr>
              <a:t>2026-04-14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What is PrismRag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In one line: index the Obsidian vault as a graph, retrieve by graph traversal — no vector search at query time.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370332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703320" cy="502920"/>
          </a:xfrm>
          <a:prstGeom prst="roundRect">
            <a:avLst>
              <a:gd name="adj" fmla="val 15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Calibri"/>
              </a:rPr>
              <a:t>At Index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3246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Read all markdown in the vault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Extract wikilinks / tags / frontmatter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Call Gemini Embedding to compute similarity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Run Leiden community detection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Persist one NetworkX graph +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70332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703320" cy="502920"/>
          </a:xfrm>
          <a:prstGeom prst="roundRect">
            <a:avLst>
              <a:gd name="adj" fmla="val 15000"/>
            </a:avLst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087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Calibri"/>
              </a:rPr>
              <a:t>At Query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246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No vector search, no re-embedding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Resolve entry nodes by label / alias / tag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Traverse the graph with BFS / DFS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Hard-stop on a token budget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Return a coherent subgraph with provenance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70332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703320" cy="502920"/>
          </a:xfrm>
          <a:prstGeom prst="roundRect">
            <a:avLst>
              <a:gd name="adj" fmla="val 15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Calibri"/>
              </a:rPr>
              <a:t>External 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3246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MCP server with 8 tools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Any MCP-speaking agent can call it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Multi-vault federation (ZenithLoom + EdenGateway + …)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CLI: ingest / query / info / serve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Human-readable HTML visualisation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Design DNA: School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Embedding is used ONLY at index time to build edges. At query time the system touches zero vectors.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11201400" cy="18288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Three schools we evaluated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87C7"/>
                </a:solidFill>
                <a:latin typeface="Calibri"/>
              </a:rPr>
              <a:t>A  Pure Graphify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No embedding at all — LLM assigns every similarity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expensive, slow for large vaults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E0A4"/>
                </a:solidFill>
                <a:latin typeface="Calibri"/>
              </a:rPr>
              <a:t>B  Graphify + Embedding (CHOSEN)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Embedding builds similarity edges at index time; query is pure graph traversal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80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v4.0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20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B35C"/>
                </a:solidFill>
                <a:latin typeface="Calibri"/>
              </a:rPr>
              <a:t>C  Classical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860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Vector search + BM25 + RRF fusion at every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880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v3.2 legacy; abandoned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486400" cy="29718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Why School B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51206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Traversal is explainable — every edge carries its source_pass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Zero query-time API cost — no query embedding call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Embedding participates in one write, one time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Natural fit with Obsidian's [[wikilink]] culture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Incrementally upgradable — Layer 2 LLM extraction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  can be added later without breaking anything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29000"/>
            <a:ext cx="5623560" cy="29718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566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Two kinds of 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77639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EXTRACTED  (deterministic, zero LLM)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9768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Parsed from wikilinks / tags / frontmatter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source_pass = 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292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B35C"/>
                </a:solidFill>
                <a:latin typeface="Calibri"/>
              </a:rPr>
              <a:t>INFERRED  (embedding similarity)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34924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Top-K cosine similarity + threshold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Deduplicated against EXTRACTED pairs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source_pass = 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Prior Art &amp; Intellectual 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PrismRag is a synthesis — not a from-scratch invention. Credit where due.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11292840" cy="19202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Direct Inspiration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E0A4"/>
                </a:solidFill>
                <a:latin typeface="Consolas"/>
              </a:rPr>
              <a:t>github.com/safishamsi/graphify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A radical proposal: once the graph is built, Leiden community detection runs on pure topology — no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embedding space needed. Query is graph traversal, not vector search. PrismRag adopts this skeleton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and relaxes it slightly to ‘School B’ (embedding only as an edge generator, never at query time).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0440"/>
            <a:ext cx="3703320" cy="2834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3703320" cy="73152"/>
          </a:xfrm>
          <a:prstGeom prst="rect">
            <a:avLst/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B35C"/>
                </a:solidFill>
                <a:latin typeface="Calibri"/>
              </a:rPr>
              <a:t>Leiden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Traag, Waltman &amp; van Eck, 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Improvement over Louvain — guarantees connected communities.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Nature Scientific Reports 9(1).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520440"/>
            <a:ext cx="3703320" cy="2834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3520440"/>
            <a:ext cx="3703320" cy="73152"/>
          </a:xfrm>
          <a:prstGeom prst="rect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033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7C7"/>
                </a:solidFill>
                <a:latin typeface="Calibri"/>
              </a:rPr>
              <a:t>Microsoft GraphRAG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690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Contrast, not copy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48056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Uses LLM to extract entities + relations at index time. PrismRag rejects the LLM extraction step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for cost and determinism.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520440"/>
            <a:ext cx="3703320" cy="2834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520440"/>
            <a:ext cx="3703320" cy="73152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7033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EC5E8"/>
                </a:solidFill>
                <a:latin typeface="Calibri"/>
              </a:rPr>
              <a:t>NetworkX + leidenalg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0690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Python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8056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NetworkX for the graph model; python-igraph + leidenalg for partitioning. No custom graph engine.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The 5-Pass Indexing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One ingest run: vault → graph → report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Pass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EEF7"/>
                </a:solidFill>
                <a:latin typeface="Calibri"/>
              </a:rPr>
              <a:t>AST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wikilinks · tags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frontmatter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E0A4"/>
                </a:solidFill>
                <a:latin typeface="Calibri"/>
              </a:rPr>
              <a:t>zero LLM</a:t>
            </a:r>
          </a:p>
          <a:p>
            <a:pPr algn="ctr"/>
            <a:r>
              <a:rPr sz="1000" b="1">
                <a:solidFill>
                  <a:srgbClr val="8BE0A4"/>
                </a:solidFill>
                <a:latin typeface="Calibri"/>
              </a:rPr>
              <a:t>100%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16040" y="288036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15768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15768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Pass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EEF7"/>
                </a:solidFill>
                <a:latin typeface="Calibri"/>
              </a:rPr>
              <a:t>Media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images · PDF · audio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→ text nodes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887C7"/>
                </a:solidFill>
                <a:latin typeface="Calibri"/>
              </a:rPr>
              <a:t>designed</a:t>
            </a:r>
          </a:p>
          <a:p>
            <a:pPr algn="ctr"/>
            <a:r>
              <a:rPr sz="1000" b="1">
                <a:solidFill>
                  <a:srgbClr val="E887C7"/>
                </a:solidFill>
                <a:latin typeface="Calibri"/>
              </a:rPr>
              <a:t>not built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74608" y="288036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74336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74336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Pass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EEF7"/>
                </a:solidFill>
                <a:latin typeface="Calibri"/>
              </a:rPr>
              <a:t>Embedding + Links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6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Gemini Embedding 2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cosine top-K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E0A4"/>
                </a:solidFill>
                <a:latin typeface="Calibri"/>
              </a:rPr>
              <a:t>edge engine</a:t>
            </a:r>
          </a:p>
          <a:p>
            <a:pPr algn="ctr"/>
            <a:r>
              <a:rPr sz="1000" b="1">
                <a:solidFill>
                  <a:srgbClr val="8BE0A4"/>
                </a:solidFill>
                <a:latin typeface="Calibri"/>
              </a:rPr>
              <a:t>100%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33176" y="288036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32904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32904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Pass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4344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EEF7"/>
                </a:solidFill>
                <a:latin typeface="Calibri"/>
              </a:rPr>
              <a:t>Leiden Clustering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4344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topology only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god-node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E0A4"/>
                </a:solidFill>
                <a:latin typeface="Calibri"/>
              </a:rPr>
              <a:t>100%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391744" y="288036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91472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91472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Pass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EEF7"/>
                </a:solidFill>
                <a:latin typeface="Calibri"/>
              </a:rPr>
              <a:t>Persist +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2912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graph.json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Calibri"/>
              </a:rPr>
              <a:t>REPORT.md · HTML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12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E0A4"/>
                </a:solidFill>
                <a:latin typeface="Calibri"/>
              </a:rPr>
              <a:t>100%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4632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Current completion: 4 of 5 passes production-ready (~80%)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Passes 1 / 3 / 4 / 5 run end-to-end. All 15 e2e tests pass. data/ already holds a 383 KB graph.json.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Pass 2 (media) is fully designed but zero lines of code — the image/pdf/audio slots in NodeKind await a producer.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End-to-End: Indexing a New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What happens the moment a new markdown file appears in the vault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02920" y="1536192"/>
            <a:ext cx="365760" cy="365760"/>
          </a:xfrm>
          <a:prstGeom prst="ellipse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63040"/>
            <a:ext cx="10744200" cy="6675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1790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5564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vault_loader walks the vault. For each .md it reads mtime + SHA-256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of the body. Compared against the previous ingest to classify: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new · changed · unchanged · deleted.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249424"/>
            <a:ext cx="365760" cy="365760"/>
          </a:xfrm>
          <a:prstGeom prst="ellipse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176272"/>
            <a:ext cx="10744200" cy="6675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23113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Parse frontmatter &amp;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6888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ast_extractor parses the YAML frontmatter (title, aliases, tags, type, …)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and scans the body for [[wikilinks]], #tags, heading structure.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Stub nodes are created for link targets that do not yet exist.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2962656"/>
            <a:ext cx="365760" cy="365760"/>
          </a:xfrm>
          <a:prstGeom prst="ellipse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083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2889504"/>
            <a:ext cx="10744200" cy="6675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94436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Emit Pass-1 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18211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One EXTRACTED edge per wikilink / tag / category reference.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source_pass=ast, confidence=1.0. Deterministic — same input, same output.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3675888"/>
            <a:ext cx="365760" cy="365760"/>
          </a:xfrm>
          <a:prstGeom prst="ellipse">
            <a:avLst/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216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602736"/>
            <a:ext cx="10744200" cy="6675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657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B35C"/>
                </a:solidFill>
                <a:latin typeface="Calibri"/>
              </a:rPr>
              <a:t>Embed (Pass 3a)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895344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embedder.py sends the (title + body) to Gemini Embedding 2.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Rate-limited at 0.5 s, body truncated at 30 k chars, 768-dim Matryoshka.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Vector is cached in LanceDB keyed by content_hash — no re-charge on re-ingest.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4389120"/>
            <a:ext cx="365760" cy="365760"/>
          </a:xfrm>
          <a:prstGeom prst="ellipse">
            <a:avLst/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434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315968"/>
            <a:ext cx="10744200" cy="6675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37083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B35C"/>
                </a:solidFill>
                <a:latin typeface="Calibri"/>
              </a:rPr>
              <a:t>Link similar (Pass 3b)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608576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similarity_linker walks all node pairs, keeps top-K above threshold,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skips pairs already joined by an EXTRACTED edge. Emits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semantically_similar_to edges with source_pass=embedding.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" y="5102352"/>
            <a:ext cx="365760" cy="365760"/>
          </a:xfrm>
          <a:prstGeom prst="ellipse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480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029200"/>
            <a:ext cx="10744200" cy="6675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08406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Re-cluster (Pass 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32180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Leiden partitions the updated graph. For incremental ingest we re-run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Leiden globally — cheap at O(100s) of nodes. God-nodes (degree &gt; threshold)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are flagged; community density is recomputed.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" y="5815584"/>
            <a:ext cx="365760" cy="365760"/>
          </a:xfrm>
          <a:prstGeom prst="ellipse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861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5742432"/>
            <a:ext cx="10744200" cy="6675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579729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Persist &amp; report (Pass 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603504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graph.json is written atomically, GRAPH_REPORT.md regenerated,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pyvis HTML refreshed. Incremental state table is updated for the next run.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Data Model: Nodes and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The K-atom triplet (name, attributes, relations) grounded in Python dataclasses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5577840" cy="4800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EC5E8"/>
                </a:solidFill>
                <a:latin typeface="Calibri"/>
              </a:rPr>
              <a:t>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id /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Nm — identity and display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kind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70632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structural type: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note / tag / category / image / pdf / audio / section /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00984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source_file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9584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originating markdown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31336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content / content_hash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59936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body text + SHA-256 for change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61688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token count for budget trimming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frontmatter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YAML metadata preserved verbatim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2239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community_id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50992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Leiden cluster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52744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B35C"/>
                </a:solidFill>
                <a:latin typeface="Consolas"/>
              </a:rPr>
              <a:t>maturity · confidence · actionability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81344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Am — attributes filled by upstream Agent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(seed/growing/mature · high/med/low · ref/decision/task)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417320"/>
            <a:ext cx="5577840" cy="4800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EC5E8"/>
                </a:solidFill>
                <a:latin typeface="Calibri"/>
              </a:rPr>
              <a:t>Edge — Rm (relations)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source →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240280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directed 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54203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relation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770632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links_to / tagged_with / in_category /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semantically_similar_to /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00984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529584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EXTRACTED / INFERRED / AMBIGUOUS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31336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confidence_score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059936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0.0 – 1.0 (similarity or curator score)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61688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onsolas"/>
              </a:rPr>
              <a:t>weight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590288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graph-algorithm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9204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B35C"/>
                </a:solidFill>
                <a:latin typeface="Consolas"/>
              </a:rPr>
              <a:t>source_pass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120640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ast / media / embedding / llm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(which pass produced this edge)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7150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7C7"/>
                </a:solidFill>
                <a:latin typeface="Calibri"/>
              </a:rPr>
              <a:t>⚠  ontology_type (concept / entity / tool / …) is NOT yet implemented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End-to-End: Answering a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Caller sends text; PrismRag returns a ranked, budget-bounded subgraph with provenance.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08760"/>
            <a:ext cx="2194560" cy="32918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C5E8"/>
                </a:solidFill>
                <a:latin typeface="Calibri"/>
              </a:rPr>
              <a:t>1  Receive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MCP tool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search_knowledge(query="...", top_k=8, budget=4000)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arrives over the MCP protocol.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Optional filters: namespace, kind, community_id.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61760" y="297180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61488" y="1508760"/>
            <a:ext cx="2194560" cy="32918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645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B35C"/>
                </a:solidFill>
                <a:latin typeface="Calibri"/>
              </a:rPr>
              <a:t>2  Resolve entry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retrieve/entry.py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7744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Exact and substring match against node.label, node.id,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frontmatter.aliases, tag names. Multiple entry points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are allowed; ambiguous matches return AMBIGUOUS flag.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66048" y="297180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5776" y="1508760"/>
            <a:ext cx="2194560" cy="32918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645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E0A4"/>
                </a:solidFill>
                <a:latin typeface="Calibri"/>
              </a:rPr>
              <a:t>3  Traverse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bfs.py + dfs.py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37744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Expand neighbours bidirectionally. BFS for breadth-first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topic coverage; DFS for deep chains. Edge weight +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source_pass drive ranking — EXTRACTED edges preferred.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70336" y="297180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70064" y="1508760"/>
            <a:ext cx="2194560" cy="32918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4" y="1645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87C7"/>
                </a:solidFill>
                <a:latin typeface="Calibri"/>
              </a:rPr>
              <a:t>4  Token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shared accumulator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37744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Running sum of Node.tokens. Stop when budget exhausted.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First-node guarantee: the top entry is always included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even if it alone would blow the budget.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74624" y="297180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74352" y="1508760"/>
            <a:ext cx="2194560" cy="32918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1645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C5E8"/>
                </a:solidFill>
                <a:latin typeface="Calibri"/>
              </a:rPr>
              <a:t>5  Emit subgraph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MCP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237744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List of nodes (content + metadata + community_id) plus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the edges that connect them. Callers get a coherent,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explainable slice — not a bag of vector neighbours.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92840" cy="12801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EC5E8"/>
                </a:solidFill>
                <a:latin typeface="Calibri"/>
              </a:rPr>
              <a:t>Why this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•  Zero API cost at query time — no query embedding, no re-rank model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•  Every returned node is reachable from the entry via a named relation — traceable, not a vector-nearest black box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•  Token budget is a hard ceiling — LLM context stays predictable regardless of graph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How LLMs Use PrismRag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PrismRag is a tool, not a teammate. LLMs (Hani, Jei, Asa, Apex Coder) call it via MCP.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Typical agent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User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116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onsolas"/>
              </a:rPr>
              <a:t>"What did we decide about fresh_per_call session mode?"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31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onsolas"/>
              </a:rPr>
              <a:t>decides this is a vault question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→ tool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6517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onsolas"/>
              </a:rPr>
              <a:t>search_knowledge(query="fresh_per_call", budget=3000)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PrismRag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971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onsolas"/>
              </a:rPr>
              <a:t>entry resolve → BFS traverse → subgraph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91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→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2918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onsolas"/>
              </a:rPr>
              <a:t>~8 nodes with content, edges, community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118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onsolas"/>
              </a:rPr>
              <a:t>synthesises an answer citing source_file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User 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9319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onsolas"/>
              </a:rPr>
              <a:t>answer with citations to vault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9204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alibri"/>
              </a:rPr>
              <a:t>Key idea: the agent stays in charge of synthesis and natural-language output.</a:t>
            </a:r>
          </a:p>
          <a:p>
            <a:pPr algn="l"/>
            <a:r>
              <a:rPr sz="1100" b="0">
                <a:solidFill>
                  <a:srgbClr val="9AA8BE"/>
                </a:solidFill>
                <a:latin typeface="Calibri"/>
              </a:rPr>
              <a:t>PrismRag only supplies the right subgraph — no prose generation, no opinion.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41732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The 8 MCP tools an agent sees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011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search_knowledge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0116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entry resolve + BFS → relevant subgraph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3591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explain_node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3591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 single node + its neighbours + its community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0662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trace_path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70662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shortest path / relation chain between two nodes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0540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list_communities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05409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catalog of Leiden clusters + representatives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01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explore_community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4015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drill into one cluster: members, density, god-node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7490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list_namespaces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749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in federation: available vault namespaces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0965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read_note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09651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raw markdown of a specific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4439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write_note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44398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write back to vault (CAS + audit — WIP)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12064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alibri"/>
              </a:rPr>
              <a:t>Agents compose these tools. For example, Jei (Knowledge Curator)</a:t>
            </a:r>
          </a:p>
          <a:p>
            <a:pPr algn="l"/>
            <a:r>
              <a:rPr sz="1100" b="0">
                <a:solidFill>
                  <a:srgbClr val="9AA8BE"/>
                </a:solidFill>
                <a:latin typeface="Calibri"/>
              </a:rPr>
              <a:t>calls search_knowledge → explain_node → write_note in sequence</a:t>
            </a:r>
          </a:p>
          <a:p>
            <a:pPr algn="l"/>
            <a:r>
              <a:rPr sz="1100" b="0">
                <a:solidFill>
                  <a:srgbClr val="9AA8BE"/>
                </a:solidFill>
                <a:latin typeface="Calibri"/>
              </a:rPr>
              <a:t>when promoting a dialogue insight into a durable note.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Is There an LLM Inside PrismRag?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Short answer: no. Embedding yes, generative LLM no. By deliberate design.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Today — the components PrismRag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B35C"/>
                </a:solidFill>
                <a:latin typeface="Calibri"/>
              </a:rPr>
              <a:t>Gemini Embedding 2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index time only — per-note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23744"/>
            <a:ext cx="5303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one API call per ingest per node; cached in LanceDB by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797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leidenalg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3580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clustering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303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no API, pure CPU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478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NetworkX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039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graph model + BFS / DFS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59936"/>
            <a:ext cx="5303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no API, in-memory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159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pyvis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HTML visualisation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28032"/>
            <a:ext cx="5303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no API, static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840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7C7"/>
                </a:solidFill>
                <a:latin typeface="Calibri"/>
              </a:rPr>
              <a:t>No generative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00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96128"/>
            <a:ext cx="53035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Pass 1 is regex-deterministic; Pass 3 is embedding only.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Nothing reads a note and calls Claude or Gemini-Pro.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41732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Why no LLM in the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011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Determinism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26771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Same vault, same graph — always. LLM extraction would make every ingest non-reproducible.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788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04495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An LLM per note per ingest scales badly. Embedding is one API call with a 24-hour cache.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661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Explainability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2219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Every edge traces to a literal wikilink or a cosine number. No ‘why did the LLM say this?’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Separation of concerns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59943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LLMs live outside PrismRag and call it. Putting an LLM inside would blur who is deciding what.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34924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Future (feature-flagged, default OFF): Layer 2 LLM extraction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for ontology_type classification on ambiguous nodes. Will be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opt-in and will not change the core invariant.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How the RAG is Managed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Operational surface: commands, triggers, and the lifecycle of a graph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3749039" cy="457200"/>
          </a:xfrm>
          <a:prstGeom prst="roundRect">
            <a:avLst>
              <a:gd name="adj" fmla="val 20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Calibri"/>
              </a:rPr>
              <a:t>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33755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prism-rag ingest &lt;vault&gt;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  Full or incremental (auto-detected)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prism-rag query "…"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  Dry-run the MCP search path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prism-rag info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  Stats · last ingest · namespaces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prism-rag serve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  Start MCP server (WIP)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1732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417320"/>
            <a:ext cx="3749039" cy="457200"/>
          </a:xfrm>
          <a:prstGeom prst="roundRect">
            <a:avLst>
              <a:gd name="adj" fmla="val 20000"/>
            </a:avLst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481328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Calibri"/>
              </a:rPr>
              <a:t>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011680"/>
            <a:ext cx="333755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config.py → PrismRagSettings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PRISM_VAULT_PATHS, PRISM_DATA_DIR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PRISM_GEMINI_API_KEY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PRISM_SIM_THRESHOLD (default 0.72)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PRISM_TOP_K_SIMILARITY (default 5)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PRISM_DEFAULT_BUDGET (tokens)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GraphSource list for federation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141732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8" y="1417320"/>
            <a:ext cx="3749039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8" y="1481328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Calibri"/>
              </a:rP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2011680"/>
            <a:ext cx="333755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systemd timer: nightly ingest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Obsidian file watcher (future)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incremental.py reuses the LanceDB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  embedding cache — only new/changed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  notes pay the embedding cost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Idempotent: same vault state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onsolas"/>
              </a:rPr>
              <a:t>  → same graph.json byte-for-byte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11292840" cy="16002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EC5E8"/>
                </a:solidFill>
                <a:latin typeface="Calibri"/>
              </a:rPr>
              <a:t>Graph lifecycle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280160" cy="320040"/>
          </a:xfrm>
          <a:prstGeom prst="roundRect">
            <a:avLst>
              <a:gd name="adj" fmla="val 40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bootstrap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4243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E8EEF7"/>
                </a:solidFill>
                <a:latin typeface="Calibri"/>
              </a:rPr>
              <a:t>first ingest — full vault scan, all nodes embedded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5349240"/>
            <a:ext cx="1280160" cy="320040"/>
          </a:xfrm>
          <a:prstGeom prst="roundRect">
            <a:avLst>
              <a:gd name="adj" fmla="val 40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5394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incremental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574243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E8EEF7"/>
                </a:solidFill>
                <a:latin typeface="Calibri"/>
              </a:rPr>
              <a:t>diff mtime + hash — only changed notes re-embedded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349240"/>
            <a:ext cx="1280160" cy="320040"/>
          </a:xfrm>
          <a:prstGeom prst="roundRect">
            <a:avLst>
              <a:gd name="adj" fmla="val 40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5394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re-cluster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74243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E8EEF7"/>
                </a:solidFill>
                <a:latin typeface="Calibri"/>
              </a:rPr>
              <a:t>Leiden re-runs globally each ingest (cheap at O(100s))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5349240"/>
            <a:ext cx="1280160" cy="320040"/>
          </a:xfrm>
          <a:prstGeom prst="roundRect">
            <a:avLst>
              <a:gd name="adj" fmla="val 40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5394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74243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E8EEF7"/>
                </a:solidFill>
                <a:latin typeface="Calibri"/>
              </a:rPr>
              <a:t>load graph.json into memory, answer MCP calls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5349240"/>
            <a:ext cx="1280160" cy="320040"/>
          </a:xfrm>
          <a:prstGeom prst="roundRect">
            <a:avLst>
              <a:gd name="adj" fmla="val 40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5394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evolve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74243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E8EEF7"/>
                </a:solidFill>
                <a:latin typeface="Calibri"/>
              </a:rPr>
              <a:t>model upgrade → versioned re-embed flow (planned)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Federated Graphs: Many Vaults, One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Each vault ingests independently; a runtime layer stitches them into a unified queryable graph.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502920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Each vault ingests on its own schedule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and produces its own graph.json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FederatedGraph loads them at runtime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and namespaces every node ID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Cross-vault wikilinks and common labels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become bridge edges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Queries can filter by namespace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or span all vaults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Updating one vault never forces re-ingest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of another — indexing is independent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417320"/>
            <a:ext cx="608076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5544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Example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103120"/>
            <a:ext cx="2834640" cy="68580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 w="19050">
            <a:solidFill>
              <a:srgbClr val="5E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C5E8"/>
                </a:solidFill>
                <a:latin typeface="Calibri"/>
              </a:rPr>
              <a:t>ZenithLoom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designs · decisions ·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017520"/>
            <a:ext cx="2834640" cy="68580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 w="19050">
            <a:solidFill>
              <a:srgbClr val="F4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108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B35C"/>
                </a:solidFill>
                <a:latin typeface="Calibri"/>
              </a:rPr>
              <a:t>EdenGateway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383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runtime data · session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31920"/>
            <a:ext cx="2834640" cy="68580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 w="19050">
            <a:solidFill>
              <a:srgbClr val="8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023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E0A4"/>
                </a:solidFill>
                <a:latin typeface="Calibri"/>
              </a:rPr>
              <a:t>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97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external papers · 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017520"/>
            <a:ext cx="2468880" cy="685800"/>
          </a:xfrm>
          <a:prstGeom prst="roundRect">
            <a:avLst>
              <a:gd name="adj" fmla="val 15000"/>
            </a:avLst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108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Calibri"/>
              </a:rPr>
              <a:t>FederatedGraph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383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Calibri"/>
              </a:rPr>
              <a:t>unified query 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2423160"/>
            <a:ext cx="320040" cy="960120"/>
          </a:xfrm>
          <a:prstGeom prst="line">
            <a:avLst/>
          </a:prstGeom>
          <a:ln w="15240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23960" y="3337560"/>
            <a:ext cx="320040" cy="45720"/>
          </a:xfrm>
          <a:prstGeom prst="line">
            <a:avLst/>
          </a:prstGeom>
          <a:ln w="15240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823960" y="3383280"/>
            <a:ext cx="320040" cy="868680"/>
          </a:xfrm>
          <a:prstGeom prst="line">
            <a:avLst/>
          </a:prstGeom>
          <a:ln w="15240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52160" y="493776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Implementation: store/federated.py (265 LOC)</a:t>
            </a:r>
          </a:p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Tests: test_federated.py (28 cases) + multi-graph scenarios in e2e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Integration with ZenithLoom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PrismRag is ZenithLoom's long-term knowledge substrate — but the two evolve on different timelines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Relationship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ZenithLoom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multi-agent framework — Hani, Jei, Asa, Apex 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2374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LangGraph-based, one LLM per role, runtime for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61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Calibri"/>
              </a:rPr>
              <a:t>Vault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the shared memory surface — Obsidian markdown on disk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owned by Jei (Knowledge Curator); Hani et al. read via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B35C"/>
                </a:solidFill>
                <a:latin typeface="Calibri"/>
              </a:rPr>
              <a:t>PrismRag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the indexer + query engine over that vault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offline tool today; MCP-callable once `serve` 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611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7C7"/>
                </a:solidFill>
                <a:latin typeface="Calibri"/>
              </a:rPr>
              <a:t>How they meet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1713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via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73168"/>
            <a:ext cx="5303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An agent calls a PrismRag tool the same way it calls Obsidian MCP</a:t>
            </a:r>
          </a:p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or any other tool — no special wiring, no coupling.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41732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Calibri"/>
              </a:rPr>
              <a:t>Phase alignment — two different clocks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alibri"/>
              </a:rPr>
              <a:t>ZenithLoom Vault phase (data model evolution)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2860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EC5E8"/>
                </a:solidFill>
                <a:latin typeface="Consolas"/>
              </a:rPr>
              <a:t>Phase 1 (now)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2860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raw markdown + wikilinks, no knowledge_id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7860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EC5E8"/>
                </a:solidFill>
                <a:latin typeface="Consolas"/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57860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add knowledge_id, relations:, lifecycle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7121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EC5E8"/>
                </a:solidFill>
                <a:latin typeface="Consolas"/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87121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embedding for retrieval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6382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EC5E8"/>
                </a:solidFill>
                <a:latin typeface="Consolas"/>
              </a:rP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16382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automatic edge discovery (≈ where PrismRag lives today)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657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B35C"/>
                </a:solidFill>
                <a:latin typeface="Calibri"/>
              </a:rPr>
              <a:t>PrismRag phase (tool-build evolution)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23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EC5E8"/>
                </a:solidFill>
                <a:latin typeface="Consolas"/>
              </a:rPr>
              <a:t>Phase 1 MVP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0233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AST + Leiden + persistence (done)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159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EC5E8"/>
                </a:solidFill>
                <a:latin typeface="Consolas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31596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embedding + similarity + MCP + federation (~85% done)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0857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EC5E8"/>
                </a:solidFill>
                <a:latin typeface="Consolas"/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60857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Calibri"/>
              </a:rPr>
              <a:t>media extraction (Pass 2) — not started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07492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Key tension: PrismRag indexes at file granularity today.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Once Vault reaches Phase 2 (knowledge_id per atomic note),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the node unit should shift from ‘file’ to ‘knowledge_id’.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Calibri"/>
              </a:rPr>
              <a:t>This is the single biggest integration change coming.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Module Map &amp; LOC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~3.5 k lines of main code + ~1.4 k lines of tests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50876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00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002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ingest/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057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AST · embedding · similarity · incremental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057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0574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🟢  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store/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4688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KnowledgeGraph · embedding cache · federation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~540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468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🟢  90%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retrieve/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880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entry resolve · BFS · DFS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80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~460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8803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🟢  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291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cluster/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291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Leiden · god-node · density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291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154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2918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🟢  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1188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03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report/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7033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GRAPH_REPORT.md · pyvis 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~340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703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🟢  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vault_ops/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114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CAS · path sandbox · audit 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114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~480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1148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🟡  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43484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mcp_server/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4526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8 MCP tools + transport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526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637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5262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🟡  85%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config.py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4937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GraphSource · federation settings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4937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107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4937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🟢  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25780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cli.py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5349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ingest / query / info / serve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5349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251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5349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Calibri"/>
              </a:rPr>
              <a:t>🟡  90%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59 tests in 4 files: phase1_mvp (16) · embedding_store (4) · federated (28) · e2e_full (15)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K-atom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How far the knowledge-element triplet (Nm, Am, Rm) is realised today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50876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K-atom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PrismRag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6002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11292840" cy="45720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75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alibri"/>
              </a:rPr>
              <a:t>Nm —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0756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Node.id + Node.label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0756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E0A4"/>
                </a:solidFill>
                <a:latin typeface="Calibri"/>
              </a:rPr>
              <a:t>✅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328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alibri"/>
              </a:rPr>
              <a:t>Rm — relations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5328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Edge + confidence + source_pass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328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E0A4"/>
                </a:solidFill>
                <a:latin typeface="Calibri"/>
              </a:rPr>
              <a:t>✅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11292840" cy="45720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900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alibri"/>
              </a:rPr>
              <a:t>Am — attributes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9900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maturity / confidence / actionability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900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35C"/>
                </a:solidFill>
                <a:latin typeface="Calibri"/>
              </a:rPr>
              <a:t>🟨 schema in place, filled by upstream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47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alibri"/>
              </a:rPr>
              <a:t>ontology_type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4472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concept / entity / tool / process /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4472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C7"/>
                </a:solidFill>
                <a:latin typeface="Calibri"/>
              </a:rPr>
              <a:t>❌ missing — only structural kinds today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94760"/>
            <a:ext cx="11292840" cy="45720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04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alibri"/>
              </a:rPr>
              <a:t>Layer-1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9044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wikilinks + tags + frontmatter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9044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E0A4"/>
                </a:solidFill>
                <a:latin typeface="Calibri"/>
              </a:rPr>
              <a:t>✅ complete (deterministic)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61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alibri"/>
              </a:rPr>
              <a:t>Layer-2 LLM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3616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Claude Haiku ontology classification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3616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C7"/>
                </a:solidFill>
                <a:latin typeface="Calibri"/>
              </a:rPr>
              <a:t>❌ not implemented (and not an early priority)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11292840" cy="45720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8188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alibri"/>
              </a:rPr>
              <a:t>Alias merging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8188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frontmatter.aliases → one node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8188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35C"/>
                </a:solidFill>
                <a:latin typeface="Calibri"/>
              </a:rPr>
              <a:t>🟨 aliases are read; actual merge behaviour needs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2760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Calibri"/>
              </a:rPr>
              <a:t>Feature flags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2760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[features] to gate extensions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2760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C7"/>
                </a:solidFill>
                <a:latin typeface="Calibri"/>
              </a:rPr>
              <a:t>❌ not yet built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Ranked P1 → P4. P1 is the blocker for PrismRag being useful to live agents.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0876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P1  Blocking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`prism-rag serve` entry point (stdio / SSE transport)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Pass 2 media extraction (minimum: PDF)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60020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P2 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tiktoken precise token count (replace len() // 4)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Alias → node merge at ingest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ontology_type field + frontmatter mapping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vault_ops write path: CAS + audit + atomicity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6908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06908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P3  Alignment &amp;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Default Am fill policy (frontmatter → maturity)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Adopt ZenithLoom knowledge_id granularity (when Vault Phase 2 lands)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Activate source_pass=media / llm edge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6908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406908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1605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Calibri"/>
              </a:rPr>
              <a:t>P4  Quality &amp; 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CLI integration tests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Dangling wikilinks report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Feature-flag infrastructure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•  Embedding-model migration / re-embed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alibri"/>
              </a:rPr>
              <a:t>Where PrismRag stands and what it asks of you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08760"/>
            <a:ext cx="11292840" cy="8961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09728" cy="896112"/>
          </a:xfrm>
          <a:prstGeom prst="rect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E0A4"/>
                </a:solidFill>
                <a:latin typeface="Calibri"/>
              </a:rPr>
              <a:t>What works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4 of 5 passes are production-ready. The graph builds, queries run, reports render, e2e tests pass.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78024"/>
            <a:ext cx="11292840" cy="8961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78024"/>
            <a:ext cx="109728" cy="896112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96896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EC5E8"/>
                </a:solidFill>
                <a:latin typeface="Calibri"/>
              </a:rPr>
              <a:t>The core bet — School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16936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Embedding only at index time; query-time traversal is pure, explainable, and free of API calls.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47288"/>
            <a:ext cx="11292840" cy="8961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47288"/>
            <a:ext cx="109728" cy="896112"/>
          </a:xfrm>
          <a:prstGeom prst="rect">
            <a:avLst/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B35C"/>
                </a:solidFill>
                <a:latin typeface="Calibri"/>
              </a:rPr>
              <a:t>The next milestone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Ship `serve` + a minimum Pass 2 (PDF) and PrismRag becomes a live tool for every ZenithLoom agent.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16552"/>
            <a:ext cx="11292840" cy="8961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354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7C7"/>
                </a:solidFill>
                <a:latin typeface="Calibri"/>
              </a:rPr>
              <a:t>Coupling with ZenithLoom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5546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PrismRag indexes files today. When Vault enters Phase 2 (knowledge_id), switch the node granularity.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85816"/>
            <a:ext cx="11292840" cy="896112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85816"/>
            <a:ext cx="109728" cy="896112"/>
          </a:xfrm>
          <a:prstGeom prst="rect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0468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7C7"/>
                </a:solidFill>
                <a:latin typeface="Calibri"/>
              </a:rPr>
              <a:t>What NOT to add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2472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Calibri"/>
              </a:rPr>
              <a:t>Layer 2 LLM extraction and premature ontology inference — they violate the simplicity of School 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Calibri"/>
              </a:rPr>
              <a:t>PrismRag · Design Overview · 2026-04-14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